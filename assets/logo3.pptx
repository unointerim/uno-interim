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5DF6D-46CB-CB36-A8AC-F564A446A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5F0F0EC-9310-E968-5D61-B0DCFF220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54A3D30-0DFB-30F2-8D49-91900D8A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7527F35-0DB0-4B4D-D73E-307D9F6BD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3D495E-F05A-0501-526E-25AF4BE8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086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EEF812-CF99-E96E-EBA4-FD8A80DB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8D0EA6-E570-309D-B0EB-39BD6CE72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96875CA-38CC-71DB-1133-684D7D76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E684E13-4083-2185-A580-E2B9300A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974CC02-B47B-041A-2F2E-4C709704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893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D5DC26-7B34-3829-EBA9-C105866C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85CDBF6-4766-BF8C-3E69-C097556B1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3A9E79-03ED-820D-5C67-BA485345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EBF8958-C2C6-AEEE-39B1-D2776F12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67D5E10-DE2E-A9B8-236D-51C73A85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026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9254CF-9281-104D-A9F1-E751F1689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216C9D1-DE4B-D2C5-8CC2-DF8F77D02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AAA5A93-5E38-2675-E100-5ABCA035E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2832A7A-B47C-0316-2E12-4092FD942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5512C1-C91D-4628-126F-0C0A366CD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C0DE6EF-E2B3-155D-EC73-03D51981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846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794EE0-9FC5-1D6D-C4F8-09EB18F16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6A5EC49-CA5A-C914-1240-F6D4CB293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45E79F9-65DF-6FA2-7F9B-06AA39449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1561998-73A2-9372-1E07-F0ABEAA9E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8B3126D-5A54-8E51-BE24-1B5ED87EE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670EB07-291D-7D08-76D8-EAF6F236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8DEFBA9-4E37-DE7B-0F9B-961DC807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CA19F92-DA0D-4C09-C965-A8F63768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20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1B6464-86B1-40AC-2229-B46D5250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C999001-A613-D00E-49A3-E61C3A335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AB1CEB2-F2B4-C0CE-7CF3-F4DFDDE0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9DAF4-4158-78D2-145D-35B4175D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989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D6C88CD-AC21-1AE0-6A78-626008A8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5C3A971-9ECA-D4FA-2CD5-71E13C61C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391909E-B838-147F-A97C-ACCAAE48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029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B6CA63-5C9F-AD7F-23F1-944FAAB60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578979-CBD8-4EC9-B1F9-764581868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3BF51EF-81B7-D63D-60EF-B8A347BC0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A67E009-35AE-557F-E1E7-567A4DFF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FF4447-B007-0FB5-A83B-285B30DC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92D3D07-4541-A523-3888-7E5EF69F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1462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1EEE4F-168A-FA3B-2086-49500C093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BE3CF4A-AEF5-3878-44EC-B4DF4E622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7B5D5CD-C937-1822-5236-77485D1D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AD59C1A-CBA5-EA39-26BE-8C4B84D5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157FD0E-9B3B-63B3-99F2-17E07C31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00B101C-E513-A125-6DAB-9744B7D9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630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10320B-82C9-F396-0CAB-69904D34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577437B-1FCC-4F2D-B114-7530F61AB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C2AD9-0D90-4FD8-40EA-66A0CF5E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6E9045-CB23-0224-0E37-B3640F0B6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0B752B9-C7A9-72DE-953B-56D55FAA0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8831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E2948052-4C83-4D6A-1F68-647C1F7D1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7B69404-610B-63B9-78D3-3AC326777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B435567-76DD-DC5B-3EFC-7E57BB57A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E3EDC3B-3387-C3C0-1924-F562ECBB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A84430E-6088-023D-EB7B-A8CD508E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31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D748AC4-0871-FD1C-E0CC-0EE5C274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06D3A3-808E-827B-4EF3-1F17ED242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37F1B7D-8A95-9DDE-DDBC-E0BC31D931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8BF72E-6655-4587-8072-250273631CCB}" type="datetimeFigureOut">
              <a:rPr lang="nl-NL" smtClean="0"/>
              <a:t>19-6-2026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1F37573-81DD-18D2-8D79-AE8335F0BF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6287570-6F39-F819-A0AC-736268511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C2833-DBDF-4F22-87A5-2A854B21240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9420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33B97F0-7346-FAC0-9A7B-AEBB000B8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583" y="2094317"/>
            <a:ext cx="2281389" cy="690421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9D8EB0DE-A6BE-187A-0DDC-E25DE6039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836" y="4282873"/>
            <a:ext cx="2216599" cy="70423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F2AF518-B10E-FAB5-C99B-74C5B3EAF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888" y="2783593"/>
            <a:ext cx="1390650" cy="165735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1C0A3E5D-5A8F-9ED6-DFFB-A046AD3F5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790" y="4276895"/>
            <a:ext cx="1336046" cy="701611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CBA32552-1437-844F-1EE1-9321C9420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7421" y="2770788"/>
            <a:ext cx="1552575" cy="638175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7555FDBD-1FA7-8328-82FA-697D4315F6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7421" y="4288239"/>
            <a:ext cx="1057275" cy="111366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652D79D9-7B56-0B31-C3E1-A6645C80D1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538" y="3169217"/>
            <a:ext cx="1744617" cy="1119022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A56DDEC0-8B00-2FD1-E043-B095C05272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3790" y="4879709"/>
            <a:ext cx="2476846" cy="59063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3DA1243E-F830-6741-A1F9-4997183AC9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4747" y="3403901"/>
            <a:ext cx="1657061" cy="884338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FD064AE5-CE29-073C-ADFA-1F9BA55CE6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7538" y="2397590"/>
            <a:ext cx="1867161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9981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Edwin Holla</dc:creator>
  <cp:lastModifiedBy>Edwin Holla</cp:lastModifiedBy>
  <cp:revision>2</cp:revision>
  <dcterms:created xsi:type="dcterms:W3CDTF">2026-06-18T08:21:00Z</dcterms:created>
  <dcterms:modified xsi:type="dcterms:W3CDTF">2026-06-19T10:10:30Z</dcterms:modified>
</cp:coreProperties>
</file>